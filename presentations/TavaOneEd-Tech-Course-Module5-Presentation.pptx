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new content today. Two practice exams, targeted review, then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Calm the nerves. They know this room. They know this material. This is a formality.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FCC fee confusion is real. Clarify: no money at the exam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exam sheets. Silent, individual work. Grade as a group immediately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while they work. Don't help — this is diagnostic. You need to see where they really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valuable part of the capstone.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misses by subelement. If 3 students missed T5 questions, spend time on Ohm's Law. If T1 is clean,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know these facts cold, that's 15+ guaranteed points right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Shorter, targeted. Pull questions from the subelements they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fast. The confidence boost from improving their score is the real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motivational close. They did the work. They're ready. Send them off confident.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exact sequence. They should know what happens next so there are no surprises.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QSO is a milestone. Encourage them to come back and share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This is their moment. 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Capstone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Exam · Targeted Review · VE Exam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done the work — now prove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·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— What to Expect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multiple-choice questions, one from each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correct to pass = 74% — you can miss 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finish in 15–20 minutes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trick questions — the answer is always there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Calculators allowed (barely needed)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exam right here at the lab — you already know this room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Bring to the VE Exam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ID (driver's license, passport, state ID)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FRN (FCC Registration Number) if you have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pencil and basic calculator (optional)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bring money — $35 fee is paid online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 posts to CORES after VEs submit your application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10 days to pay it online at fcc.gov/cores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Exam #1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questions · 30 minutes · Real conditions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Exam #1 — Instructions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silently and individually — just like the real exam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yourself: 30 minutes maximum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your answers on the sheet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done, put your pencil down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grade together as a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we review every question anyone missed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WHY the right answer is right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Missed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through every miss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through each missed question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say the right letter — explain WHY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the module it came from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multiple students missed the same question, spend extra time there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weak subelements per student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questions they miss here are the ones they'll miss on the real exam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Points — Know These Cold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&amp; Licensing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FCC regulates amateur radio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License: 10 years, 2-year grace (no TX)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every 10 min + end, in English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operator: ALWAYS required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calling: 146.520 MHz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station: 4 members minimum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Emergency: any frequency allowed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&amp; Safety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I × R (Ohm's Law)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V × I (Power)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÷ MHz = wavelength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 ÷ MHz = dipole length (ft)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dB = double, +10 dB = 10×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ohms standard impedance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lines = #1 antenna danger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Rosin-core solder, never acid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Exam #2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questions · Focused on weak areas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Exam #2 — Targeted Drill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questions focused on YOUR weak spots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what you missed in Practice Exam #1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format — silent, individual, timed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and review quickly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final calibration before the real thing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scoring 80%+ on this, you're passing the exam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Ready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earn your ticket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You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 submit your application to the FCC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 fee posts to CORES — pay within 10 days at fcc.gov/cores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sign appears in ULS within 1–2 weeks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transmit as soon as it appears in ULS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your license from ULS — print it, frame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Week as a Licensed Operator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$35 fee immediately when it appears in CORES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ULS daily for your call sign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contact: 146.520 MHz — call CQ!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local repeaters (repeaterbook.com)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to a net — great practice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your contacts — notebook or digital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back to the lab — Elmer sessions, POTA, and more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Congratulations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studied. You drilled. You practiced.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ready to pass.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'if' — WHEN you pass.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amateur radio.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— and we'll see you on the air.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· Pinellas STEM Radio Lab · tavaoneeducation.org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Capstone</dc:title>
  <dc:subject>PptxGenJS Presentation</dc:subject>
  <dc:creator>TavaOne Education</dc:creator>
  <cp:lastModifiedBy>TavaOne Education</cp:lastModifiedBy>
  <cp:revision>1</cp:revision>
  <dcterms:created xsi:type="dcterms:W3CDTF">2026-09-16T14:38:28Z</dcterms:created>
  <dcterms:modified xsi:type="dcterms:W3CDTF">2026-09-16T14:38:28Z</dcterms:modified>
</cp:coreProperties>
</file>