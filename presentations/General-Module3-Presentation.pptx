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is the heaviest content module: G4 (Amateur Radio Practices, 5 Qs), G5 (Electrical Principles, 3 Qs), G6 (Circuit Components, 2 Qs) = 10 of 35 exam questions = 29%. Also the most practically useful for operating.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G4A covers transceiver controls, TR sequencing, VOX, speech processing. G4B covers test equipment. G4C covers RFI.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G4A has 5 exam questions. All of these controls appear in exam questions. Key confusions: RF Gain (front end sensitivity) vs. AF Gain (volume). Noise blanker (impulse noise) vs. notch filter (single carrier). Know what each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 sequencing is an exam topic in G4A. The concept: key the transceiver first, then the amplifier — never the reverse. Real-world context: any ham running a linear amp needs to understand this to avoid expensive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G4B test equipment questions are often about which instrument measures which thing. Key: oscilloscope = waveform/time; wattmeter = power; dummy load = no radiation during testing; antenna analyzer = impedance and SWR. Spectrum analyzer would show harmonics.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G4C RFI questions focus on identifying the cause and the remedy. Ferrite chokes are the answer to most common-mode and audio interference problems. The exam may ask: what should you do if your transmission causes interference to a neighbor's stereo? Answer: investigate and correct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IMD and dynamic range questions appear in G4. The practical understanding: a strong signal nearby can cause problems in your receiver that make it seem like there are extra signals present. The solution is always to reduce the received signal level somehow — ferrite chokes, attenuation, or good shielding.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G5 (Electrical Principles) and G6 (Circuit Components) — the math and the parts. 5 exam questions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G5A reactance formulas are tested. Students need to know the direction of change: capacitive reactance goes DOWN with frequency; inductive reactance goes UP. These can be confused under pressure. Quick memory aid: capacitors block DC, pass AC (high freq) → Xc decreases with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circuit calculation rules can be confusing because capacitors and resistors behave oppositely in series vs. parallel. Quick memory: for capacitors, series = small (like parallel resistors), parallel = large. For inductors, series = large, parallel = small. Transformer impedance ratio is the square of the turns ratio — this appears on the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G6 is only 2 exam questions. The most likely: varactor diode (what it does), Zener diode (what it does), MOSFET advantage (high input impedance). Crystals are tested for their stability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PLL is tested in G6 and shows up in G7 (receivers). The exam-level understanding: PLL generates stable frequencies by locking a VCO to a crystal reference. Students don't need to design one, just understand the purpose and basic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Noise blanker = impulse noise (ignition, power lines). Random static = nothing helps much. Eliminating a carrier = notch filter. Receiver sensitivity = not what NB does — NB actually temporarily blanks the receiver, which can reduce sensitivity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Xc = 1/(2πfC). As f goes up, Xc goes down. This is the opposite of inductive reactance (XL = 2πfL, which increases with frequency). A capacitor passes high frequencies and blocks low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Varactor diode: its capacitance varies with applied reverse voltage. Voltage-variable capacitor. Used in VFOs and PLL circuits for electronic frequency tuning. The more reverse voltage, the less capacitance.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Two equal resistors in parallel = half the value. 10/2 = 5 ohms. Or use the formula: 1/R_total = 1/10 + 1/10 = 2/10, so R_total = 10/2 = 5 ohms.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Speech processing (compression) reduces the dynamic range of the audio — it makes quiet parts louder and limits peaks. The result is higher average power without exceeding the transmitter's peak power capability. The other station hears a louder signal. Trade-off: audio sounds more "processed" or dense.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 is the biggest G-subelement with 5 exam questions. Prioritize: transceiver controls (what each does), test equipment (what each measures), and RF interference remedies. G5 reactance direction (Xc down, XL up with frequency) is high-priority.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TavaOne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2023–2027 Pool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Practices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Electronics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G4 + G5 + G6 · 10 Exam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Equipment and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G4A — Transceiver Controls You Need to Know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Gain: controls the sensitivity of the receiver front end — turn it down to reduce overload from strong signals or high noise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Gain: volume control — adjusts audio output level only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Squelch: mutes audio when no signal present — rarely used on HF (too much noise), standard on VHF FM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Blanker (NB): removes impulse noise (ignition noise, power line hash) by detecting brief high-amplitude pulses and blanking the receiver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Filter: eliminates a specific interfering carrier — tune the notch to the exact frequency of the interferer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Passband Tuning (PBT): shifts the IF passband to move interference out of the audio; different from notch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VOX: voice-operated transmit; microphone audio triggers PTT automatically; set the threshold carefully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Processor: increases average power by compressing audio peaks — sounds louder to the other station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G4A — TR Sequencing and External Amplifiers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linear amplifier: amplifies the transceiver's output, typically 100W → 500W–1500W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if you key the amplifier before the transceiver switches from receive to transmit, you hot-switch the PA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Sequencing: the order in which the system switches from receive to transmit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sequence: 1) PTT pressed → 2) transceiver goes to transmit mode → 3) relay switches → 4) amplifier is keyed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delay circuits (or separate sequencers) handle this; most modern transceivers have a key delay setting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Hot-switching the PA can destroy expensive amplifier tubes or transistors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CW: semi-breakin (QSK semi) vs. full breakin (QSK) — full breakin hears between dit spaces, slow CW only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 delay: prevents the radio from dropping out between words; too short = choppy, too long = can't receive replies promptly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G4B — Test Equipment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Oscilloscope: displays voltage waveforms vs. time; use to check modulation, look for key clicks, check power supply ripple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Wattmeter (SWR meter): measures forward and reflected power; placed in the feed line between transceiver and antenna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Load: 50-ohm resistive load (no radiation); use when testing or tuning to avoid transmitting on the air unnecessarily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Analyzer: measures feed-point impedance, SWR, resonant frequency; invaluable for antenna work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Counter: measures transmitted frequency precisely; useful for VFO calibration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Generator: creates a test signal at a known frequency and level; use to test receiver sensitivity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Multimeter (DMM): measures DC voltage, current, resistance, continuity; essential for troubleshooting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Analyzer: displays power vs. frequency; shows harmonics, spurious emissions (expensive)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G4C — RF Interference and Remedies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Common-mode current on coax shield: RF flows back along the outside of the coax into the shack, gets into audio equipment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choke balun (ferrite core) at the antenna feedpoint; snap-on ferrites on cables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TVI (television interference): usually harmonics from the transmitter; most TVs have improved rejection but still possible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equipment interference: RF gets rectified by op-amp input diodes and appears as audio distortion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 audio interference: ferrite choke on the microphone cable at the radio; snap-on cores work well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 interference: RF on phone lines; ferrite chokes at the phone handset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(broadcast interference to your receiver): a strong AM station mixing in your receiver front end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responsibility: you must not cause harmful interference to other services; neighbors' interference is often also your issue to resolve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G4D — SSB Microphone Technique and Dynamic Range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mic technique: speak across the mic, not into it; keep distance consistent; avoid breathing directly at the mic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compression: speech processor compresses dynamic range → higher average power → louder on the other end (but sounds more compressed)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dynamic range: ability to receive a weak signal in the presence of a strong one on a nearby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Intermodulation distortion (IMD): two strong signals mixing in the receiver front-end create a third (unwanted) signal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products: f = n×f1 ± m×f2; third-order products (2f1−f2) fall close to the original signals and are the most problematic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Desensitization: very strong signal overloads the front end, reducing sensitivity to weaker signals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to IMD/desens: reduce RF gain, add attenuation, use a bandpass filter before the receiver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HF noise: alternator whine (RPM-correlated), ignition noise (pops); fix with ferrite chokes, ground straps, noise filter on power leads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Electronics: Reactance, Components, and Circuits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G5A — Impedance and Reactance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(Z): total opposition to AC current flow = combination of resistance (R) and reactance (X)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Reactance: opposition to current caused by capacitors or inductors; changes with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reactance: Xc = 1/(2πfC) — as frequency INCREASES, Xc DECREASES; capacitor acts like a short at high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reactance: XL = 2πfL — as frequency INCREASES, XL INCREASES; inductor acts like an open at high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resonance: XL = Xc; net reactance = 0; impedance = purely resistive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resonance: impedance is MINIMUM at resonance (Z = R only)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resonance: impedance is MAXIMUM at resonance (very high Z at resonant frequency)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ohms: why all amateur radio gear is 50 ohms — it's a compromise between minimum loss and maximum power transfer in coax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G5B and G5C — Circuit Calculations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factor: ratio of real power (watts) to apparent power (VA); PF = cos(phase angle); unity PF = purely resistive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resistors: R_total = R1 + R2 + ... (just add them)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resistors: 1/R_total = 1/R1 + 1/R2 + ...; two equal resistors: half the value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capacitors: 1/C_total = 1/C1 + 1/C2 (like parallel resistors — they get smaller)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capacitors: C_total = C1 + C2 (just add them)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inductors: L_total = L1 + L2 (just add them)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inductors: 1/L_total = 1/L1 + 1/L2 (like parallel resistors)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turns ratio: Vs/Vp = Ns/Np; impedance ratio = (turns ratio)²; 2:1 turns = 4:1 impedance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G6A &amp; G6B — Semiconductor Components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 diode: allows current in one direction only; converts AC to pulsating DC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Zener diode: operates in reverse breakdown at a specific voltage; used for voltage regulation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Varactor diode: capacitance varies with reverse voltage; used in VFOs and PLLs for electronic tuning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 light-emitting diode; emits photons when forward biased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53949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and 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 bipolar: base current controls collector-emitter current; current flows collector to emitter when base is +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bipolar: opposite polarity; less common in RF work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MOSFET: voltage at gate controls drain-source current; very high input impedance; common in RF amplifiers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Op-amp: differential input, very high gain; use feedback to set closed-loop gain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Crystal: piezoelectric resonator; extremely stable frequency; used in oscillators and filters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G6B — The Phase-Locked Loop (PLL)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PLL: Phase-Locked Loop — the heart of every modern synthesized transceiver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generate a precise, stable frequency by comparing a divided VCO output to a crystal reference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VCO → frequency divider → phase detector → low-pass filter → back to VCO control voltage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VCO (voltage-controlled oscillator) changes frequency until its divided-down output matches the reference crystal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division ratio → change the output frequency → this is how digital tuning works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PLLs are fast (frequency changes in microseconds) and stable (locked to the crystal)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noise: a PLL's limitation — the output isn't perfectly clean; sidebands appear near the carrier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every time you tune your Icom or Yaesu, the PLL is setting the new frequency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a noise blanker in a receiver?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reduce or eliminate pulse-type interference such as ignition noise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reduce random static from atmospheric noise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eliminate a specific interfering carrier signal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increase receiver sensitivity by reducing the noise floor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relationship between capacitive reactance and frequency?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Capacitive reactance decreases as frequency increases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Capacitive reactance increases as frequency increases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Capacitive reactance is constant regardless of frequency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Capacitive reactance equals inductive reactance at all frequencies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diode is commonly used for electronic tuning in receivers and transmitters?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Varactor diode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Zener diode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Schottky diode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Rectifier diode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resistors of 10 ohms each are connected in parallel. What is the total resistance?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5 ohms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20 ohms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10 ohms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0.5 ohms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function of a speech processor in an SSB transmitter?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increase average power by reducing the peak-to-average ratio of the voice signal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improve audio quality by filtering unwanted frequencies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increase transmitter bandwidth for clearer audio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reduce microphone sensitivity to prevent distortion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 Assignment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these sections before next module: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G4A — Station Operation &amp; Controls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G4B — Test Equipment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G4C — RF Interference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G4D — SSB &amp; Dynamic Range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G4E — Mobile &amp; Field Ops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G5A — Impedance &amp; Reactance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G5B/C — Circuit Calculations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G6A — Diodes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G6B — Transistors &amp; PLLs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hamstudy.org · scan to join our study group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2026-09-19T05:14:35Z</dcterms:created>
  <dcterms:modified xsi:type="dcterms:W3CDTF">2026-09-19T05:14:35Z</dcterms:modified>
</cp:coreProperties>
</file>