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Biggest module by weight but mostly concrete. Cover briskly, keep it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diagram level — they don't need to build one, just know the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SWR is their first real diagnostic tool. 1:1 perfect, under 2:1 good, above 3:1 means something's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a dummy load in the room, pass it around. It's just a big resistor in a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FM vs SSB vs CW is guaranteed on the exam. Key: CW = narrowest, FM = widest.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can demo FT8 live on your station during class, do it. Watching contacts pop up on the waterfall is magic.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APRS and Winlink are the two digital modes most relevant to emergency preparedness.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Satellites are exciting for students. Show a pass prediction app during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Dipole formula: 468 ÷ freq (MHz) = length in feet. Vertical vs Yagi = omni vs directional.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'The best radio with a bad antenna loses to a mediocre radio with a good antenna.' Drive this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connector question is common: PL-259 is the answer. And 50-ohm vs 75-ohm trips people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is mostly common sense but the exam tests specific facts. '30 volts can kill' is the key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power line rule is absolute. Every year hams die from antenna-power line contact. Make this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D. CW at ~150 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C. 468÷146≈3.2 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excitement. They're almost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4: Signals, Circuits,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Antennas &amp; Safety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· Digital Modes · Antennas · Feed Lines · Safety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exam questions — 37% of the test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· Pinellas STEM Radio 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Station Equipment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T7A &amp; T7B · 2 exam questions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 Transceiver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Oscillator — generates the signal at your frequency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Mixer — combines signals to shift frequency (tuning)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Amplifier — boosts signal for transmission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Amplifier — boosts received audio for the speaker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— passes desired frequencies, blocks unwanted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Modulator — adds your voice to the signal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Demodulator — extracts voice from received signal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 — Standing Wave Ratio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how well your antenna matches your radio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= perfect match (all power to antenna)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1.5:1 = excellent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 = good, acceptable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 = marginal — radio may reduce power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∞:1 = no antenna or dead short — all power reflected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 meter goes in the feed line between radio and antenna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Equipment &amp; Troubleshooting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load — 50Ω non-radiating load; test without transmitting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Wattmeter — measures RF power output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Multimeter — measures V, I, R (the basic tool)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Solder: use ROSIN-CORE (never acid-core for electronics)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power? Check supply, check fuse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SWR? Check antenna connection, coax, wrong band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Distorted audio? Mic gain, compression, bad mic element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Modulation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T8A · 1 exam question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Modes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 (Frequency Modulation)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Varies the frequency of the signal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 kHz bandwidth (widest)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on VHF/UHF repeaters and simplex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audio, but uses the most spectrum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mode for Technicians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SSB &amp; CW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SSB: single sideband — efficient, ~3 kHz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above 10 MHz, LSB below (convention)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HF phone and weak-signal VHF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CW: Morse code — on/off keying, ~150 Hz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Narrowest bandwidth = longest range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AM: ~6 kHz, old-style HF — rarely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Digital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T8B, T8C, T8D · 3 exam questions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FT8 — The Hottest Mode in Ham Radio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WSJT-X software + radio + computer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 take ~15 seconds (computer handles it)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signals FAR below what you can hear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Technicians on 10m and 6m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work the world with low power and a simple antenna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gets new hams hooked on HF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APRS, Winlink, and More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APRS — automatic position reporting with GPS + radio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Digipeaters relay APRS packets; see stations on aprs.fi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Winlink — email over radio; critical for emergency comms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PSK31 — keyboard-to-keyboard text; narrow bandwidth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radio — data networking over radio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networking — IP broadband over amateur radio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DMR, D-STAR, System Fusion — digital voice modes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Amateur Satellites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 repeaters in space — talk through them with an HT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Doppler shift: freq shifts as satellite passes overhead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toward you = higher frequency, away = lower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with apps or online satellite trackers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Technicians can use amateur satellites on VHF/UHF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license upgrade needed — just point and talk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4: Antennas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T9A · 1 exam question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Antenna Types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Omnidirectional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— radiates in all directions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5/8-wave vertical — VHF favorite, low-angle gain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Rubber duck — HT convenience, poor efficiency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whip — mag-mount or permanent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plane — vertical with radials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Dipole — bidirectional (figure-8 pattern)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Yagi (beam) — high gain, narrow beam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+ driven element + reflector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Front-to-back ratio = rejection from behind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DXing — point at the target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Antenna Concepts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Dipole length (ft) = 468 ÷ frequency (MHz)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 MHz dipole = 468 ÷ 146 ≈ 3.2 feet total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— directional antenna concentrates signal (dBi/dBd)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Polarization — match antenna to signal (vertical FM, horizontal SSB)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rubber duck is convenient but terrible — external antenna is a huge upgrade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Antenna is the single most important part of your station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5: Feed Lines &amp; Connectors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T9B · 1 exam question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Coaxial Cable &amp; Connectors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50-ohm coax (RG-58, RG-8X, RG-213, LMR-400)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 75-ohm TV cable (RG-59/RG-6) — wrong impedance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increases with frequency AND with length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LMR-400 = lowest loss; RG-58 = highest loss (but fine for short runs)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PL-259 / SO-239 = most common connector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BNC = HTs and test equipment; SMA = modern HTs; Type N = UHF/microwave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Balun: connects balanced antenna (dipole) to unbalanced feed (coax)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Weatherproof outdoor connections — water kills coax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6: Safety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T0A, T0B, T0C · 3 exam questions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Safety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little as 30V can be lethal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supplies hold charge in capacitors — even after off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measure before touching a circuit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fuses with SAME rating — never higher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GFCI outlets in the shack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your station: single-point ground to ground rod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 antennas during lightning storms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Antenna &amp; RF Safety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LINES are the #1 killer in amateur radio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install antennas where they can contact power lines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climb a tower alone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MPE = Maximum Permissible Exposure (FCC RF safety limit)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cycle: FM = ~100%, SSB = ~20%, CW = ~40%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duty cycle = more exposure = stricter limits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exposure: less power, more distance, antennas high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FCC requires RF exposure evaluation for your station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 — Module 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&amp; Modes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 1:1 = perfect match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load = 50Ω, non-radiating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 = narrowest bandwidth (~150 Hz)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 = widest common voice (~16 kHz)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above 10 MHz, LSB below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FT8 = WSJT-X, 15-sec contacts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APRS = position reporting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Antennas &amp; Safety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Dipole: 468 ÷ MHz = feet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coax: 50 ohms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PL-259 = most common connector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LMR-400 = least loss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Balun: balanced ↔ unbalanced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lines = #1 danger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Rosin-core solder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4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questions from T7, T8, T9, T0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an SWR of 1:1 indicate?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Maximum power reflected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Antenna not connected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Perfect impedance match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Feed line is shorted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dummy load used for?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Increase range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Test without radiating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Match impedance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Filter signals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emission has the narrowest bandwidth?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FM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SSB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AM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CW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software is used for FT8?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Echolink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WSJT-X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Ham Radio Deluxe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Winlink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APRS?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Encryption system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Automatic position reporting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Amplifier control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Antenna tuning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total length of a 146 MHz half-wave dipole?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10 feet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6 feet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3 feet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1 foot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coax has the least signal loss?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RG-58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RG-59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RG-8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LMR-400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important antenna installation safety rule?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Always use a balun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Never near power lines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Use thickest coax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Mount as low as possible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solder for electronics?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Acid-core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Silver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Rosin-core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Plumber's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MPE stand for?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Maximum Power Emission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Maximum Permissible Exposure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Minimum Power Efficiency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Modulated Power Evaluation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Module 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final assignment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Assignment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HamStudy: T7A–T7D, T8A–T8D, T9A–T9B, T0A–T0C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most sections — start NOW, don't wait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80%+ on every section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= Capstone: full practice exam + review + VE exam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photo ID and your FRN if you have 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one session away from your license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work is done — now you prove 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Signals, Antennas &amp; Safety</dc:title>
  <dc:subject>PptxGenJS Presentation</dc:subject>
  <dc:creator>TavaOne Education</dc:creator>
  <cp:lastModifiedBy>TavaOne Education</cp:lastModifiedBy>
  <cp:revision>1</cp:revision>
  <dcterms:created xsi:type="dcterms:W3CDTF">2026-09-16T14:37:26Z</dcterms:created>
  <dcterms:modified xsi:type="dcterms:W3CDTF">2026-09-16T14:37:26Z</dcterms:modified>
</cp:coreProperties>
</file>