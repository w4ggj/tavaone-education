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math module. 8 exam questions. The actual math is 4 formulas. Start by acknowledging the anxiety — then show them how simple it really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Ohm's Law and Power. This is the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water analogy consistently. Students who get this analogy get Ohm's Law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3-4 examples together. Use real numbers. Have students call out the answers. Make it a game, not 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real equipment. Their 13.8V power supply × the current their radio draws = the watts they're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 vs DC is straightforward. The key exam concept: radio signals ARE alternating current at very high frequencies.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 prefixes and decibels. Simpler than it sounds.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conversions as a group: 7200 kHz to MHz, 500 mW to W, 1.5 MHz to Hz. The exam tests this with real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expect dB to be complicated. Show them it's literally three facts. Work 2-3 examples. Their relief will be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storage components and impedance.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ohms is the magic number. Radio = 50Ω, coax = 50Ω, antenna = ideally 50Ω. Mismatch = reflected power = bad SWR.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parts inside your radio.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what each component DOES, not the physics of how. Students need to match name→function→symbol.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circuit diagrams and component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through symbols rapidly. Do a drill: show the symbol, students shout the component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a straightforward 'what does this do' question. Definitions, not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free points if memorized.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C. V = I × 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 I = 200÷100 = 2 amps.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C. P = 13.8 × 10 = 138W.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 +3 dB = double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 Capacitor.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C. Rectifier.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 50 ohms.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B. 1.5 MHz.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them: the math is done. Module 4 is hands-on and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Technical Core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Principles · Components · Schematics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2026–2030 Technician Question Pool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· Pinellas STEM Radio Lab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Electrical Principles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Subelements T5A &amp; T5D · 2 exam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Water Analogy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(V) = water pressure — what pushes the current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(I) = flow rate — how much is flowing (measured in amps)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 (R) = pipe restriction — what opposes the flow (measured in ohms)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(P) = work being done (measured in watts)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analogy works for every concept in this section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pressure + wide pipe = lots of flow = lots of power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Ohm's Law: V = I ×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formula. Covers 3 of your 35 exam questions by itself.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= Current × Resistance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= Voltage ÷ Resistance (I = V/R)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 = Voltage ÷ Current (R = V/I)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12V battery, 4Ω resistor → I = 12÷4 = 3 amps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2A through 50Ω → V = 2×50 = 100 volts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the one you want — the other two multiply or divide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Power: P = V × 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in watts = Voltage × Current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13.8V × 10A = 138 watts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P = I²×R (but V×I is the one on the exam)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100W radio at 13.8V draws about 7.2 amps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tells you what size power supply and fuse you need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application: that's why your radio comes with a 15A power cord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vs. DC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= direct current — flows one direction (batteries, most radio circuits)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= alternating current — flows back and forth (wall outlet = 60 Hz)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signals are AC — they alternate at the transmit frequency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= cycles per second (hertz)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= time for one complete cycle (1/frequency)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Hz AC = the current reverses direction 120 times per second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The Math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 T5B · 1 exam question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Prefixes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 (G) = 1 billion — 1 GHz = 1,000 MHz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(M) = 1 million — 7.2 MHz = 7,200,000 Hz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 (k) = 1 thousand — 1 kΩ = 1,000 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 (m) = 1/1,000 — 500 mW = 0.5 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(μ) = 1/1,000,000 — 100 μF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(p) = 1/1,000,000,000,000 — tiny capacitors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move the decimal point — multiply or divide by 1,000 each step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Decibels — Three Facts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Decibels (dB) measure power ratios, not absolute power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dB = power DOUBLES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 dB = power HALVES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dB = power × 10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it. That's all the dB math on the exam.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5W + 3 dB = 10W. 5W + 10 dB = 50W.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5W + 3 + 3 = 20W (doubled twice)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Capacitance &amp; Impedance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 T5C · 1 exam question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Capacitors, Inductors, Impedance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Capacitor: stores energy in an electric field (water tank)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Inductor: stores energy in a magnetic field (flywheel)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Impedance: total opposition to AC current (resistance + reactance)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Impedance is measured in ohms — just like resistance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amateur impedance: 50 ohms (everything matches to 50Ω)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Resonance: when L and C cancel each other → minimum impedance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Resonant circuits are how antennas and filters are tuned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Components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Subelements T6A &amp; T6B · 2 exam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Resistors &amp; Capacitors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Resistor: opposes current flow (zigzag symbol)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or variable (potentiometer = volume knob)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Capacitor: stores energy in electric field (|| symbol)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or variable (tuning circuits)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Fuse: melts to break circuit (overcurrent protection)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Battery: series = more voltage; parallel = more capacity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Inductors &amp; Semiconductors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Inductor/choke: stores energy in magnetic field (coil symbol)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AC, passes DC — used as filters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Diode: one-way valve for current (triangle→line)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= diode that emits light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Transistor: electronic switch/amplifier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= amplification factor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5: Schematics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Subelements T6C &amp; T6D · 2 exam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Symbol Recognition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Resistor → zigzag 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 → two parallel lines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Inductor → coiled 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Diode → triangle pointing to a 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Transistor → three terminals with arrow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→ long/short parallel lines (long = positive)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→ downward triangle/lines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Antenna → vertical line with horizontal lines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→ gap in a 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these cold — symbol matching is guaranteed on the exam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Functions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Rectifier — converts AC to DC (made from diodes)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Voltage regulator — steady output voltage regardless of input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— small signal controls a large current switch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— changes AC voltage (step up or step down)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Resonant circuit — tuned to specific frequencies (L+C)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circuit (IC) — thousands of components in one chip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'what does X do' exam questions — pure definitions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 for the Exam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 &amp; Math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I × R (Ohm's Law)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V × I (Power)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Wavelength = 300 ÷ MHz (from Module 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dB = double power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dB = 10× power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impedance: 50 ohms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k=1000, M=1million, m=1/1000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Capacitor: electric field storage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Inductor: magnetic field storage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Diode: one-way current valve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Transistor: switch/amplifier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Rectifier: AC → DC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Transformer: changes AC voltage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LED: diode that emits light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questions from T5, T6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formula calculates voltage from current and resistance?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V = I ÷ 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V = R ÷ I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V = I × 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V = I² × R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current through a 100-ohm resistor connected across 200 volts?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0.5 amps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2 amps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20 amps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200 amps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power is delivered by 13.8 volts at 10 amperes?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0.72 watts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23.8 watts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138 watts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1380 watts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+3 dB represent?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Power is tripled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Power is doubled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Power is halved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Power × 10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component stores energy in an electric field?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Resistor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Capacitor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Inductor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Transformer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function of a transistor?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Store energy in magnetic field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Convert AC to DC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Switch or amplify signals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Block DC while passing AC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converts AC to DC?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Capacitor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Inductor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Rectifier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Transformer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impedance of amateur radio systems?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8 ohms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50 ohms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75 ohms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300 ohms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1,500,000 hertz in megahertz?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0.15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1.5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15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150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Quiz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schematic symbol represents a diode?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Zigzag line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Two parallel lines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Triangle pointing to a line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Coiled line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Session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for Module 4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Assignment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HamStudy: T5A–T5D, T6A–T6D to 80%+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the Ohm's Law calculations until they're automatic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in Module 4: Signals, Antennas &amp; Safety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Station equipment and SWR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Digital modes: FT8, APRS, Winlink, DMR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Antenna types: dipole, vertical, Yagi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Feed lines and connectors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Electrical and RF safety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behind you — Module 4 is concrete and visual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TavaOne Education — Module 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Technical Core</dc:title>
  <dc:subject>PptxGenJS Presentation</dc:subject>
  <dc:creator>TavaOne Education</dc:creator>
  <cp:lastModifiedBy>TavaOne Education</cp:lastModifiedBy>
  <cp:revision>1</cp:revision>
  <dcterms:created xsi:type="dcterms:W3CDTF">2026-09-16T14:32:46Z</dcterms:created>
  <dcterms:modified xsi:type="dcterms:W3CDTF">2026-09-16T14:32:46Z</dcterms:modified>
</cp:coreProperties>
</file>