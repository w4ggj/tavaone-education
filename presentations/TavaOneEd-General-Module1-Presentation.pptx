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1. This module covers all five G1 subelement groups: HF frequency privileges, antenna/identification rules, international operations, the VE program, and control operator/remote rules. 5 of the 35 exam questions come from G1.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hour covers what changes when you upgrade from Technician to General, then dives into G1A (HF privileges) and G1B (antennas and ID rules).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talking point: the practical difference between Tech and General is massive. Tech is basically VHF/UHF. General opens the ionosphere. That's the whole deal with ham radio for most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exam will ask about 60m and 30m specifically. Know: 30m = no phone, 200W. 60m = channelized, USB only, 100W ERP. These are high-probability exam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High-probability exam question: What power limit applies on 60 meters? Answer: 100W PEP ERP. And: What mode must you use for voice on 60m? Answer: USB. These specific numbers are frequently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PRB-1 comes up in the exam regularly. The key concept: local zoning must reasonably accommodate, but reasonable aesthetic restrictions are allowed. The phrase "reasonably accommodate" is the exam answer phrase.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identification rules are the same for General as for Technician. Nothing new here. The 10-minute rule and end-of-contact rule are what the exam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hour: G1C (international operations), G1D (VE program), G1E (remote/auto control, miscellaneous).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 note: the key fact is General and above = CEPT/IARP eligible. Technician = no. The third-party traffic question is often about whether the country has an agreement — you don't need to memorize which countries, just that the agreement must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High-value exam content: General VEs can only do Element 2 — this specific limit is frequently tested. Also: minimum 3 VEs, no family members, Extra does all three. These are the specific testable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3-minute rule for failed control links is testable. Also: automatically controlled digital stations can relay third-party — this is the workaround for Winlink gateways and similar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
100W PEP ERP on 60m. Note the question says "output" but the rule is ERP (Effective Radiated Power) — the exam pool question uses PEP output. The distinction between output and ERP rarely matters at 100W with a dipole, but know the number: 100W.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
The whole point of upgrading to General is HF phone. Technician gets 10m phone only (small slices). General gets major HF phone privileges on 40m, 20m, and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
General class VEs can only administer Element 2 (Technician). They cannot administer Element 3 (General) or Element 4 (Extra). Only Extra class VEs can do all three. This is a frequently tested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
PRB-1 (47 CFR 97.15) is the federal preemption that requires state and local governments to reasonably accommodate amateur antennas. "Reasonably accommodate" is the key phrase — they can impose reasonable aesthetic restrictions but cannot effectively prohibit amateur 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
Three VEs minimum. No exceptions. This is a fixed rule — the exam session cannot proceed with fewer than 3 accredited VEs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HamStudy sections G1A through G1E. Emphasize drilling the 60m rules (power, mode, channelized) and the VE program facts (General VEs = Element 2 only, minimum 3 VEs, no family). These have high exam hit 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TavaOne Education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License Course · 2023–2027 Pool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License Upgrade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License Course · G1 · 5 Exam Questions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Upgrade, Your New Privileges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Upgrading to General Unlocks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→ you had VHF/UHF + tiny HF slices (10m phone, small CW slivers)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→ major portions of EVERY HF band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80m: ragchews, traffic nets, NVIS regional comms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40m: the workhorse band — reliable day and night, domestic and DX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20m: the "gentleman's band" — DX most of the day, most of the solar cycle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17m, 15m, 12m, 10m: killer bands near solar maximum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6m: sporadic-E, linked repeaters, EME if you're ambitious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portable: POTA, SOTA, ARRL Field Day on real bands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G1A — HF Band Privileges: The Big Picture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gets large portions of each HF band — Extra gets small additional sub-bands at the low end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Extra-exclusive segments are narrower than most people expect (25–50 kHz at the phone band bottom)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160m (1.8–2.0 MHz): General has full access — not tested heavily but know it exists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 (3.5–4.0 MHz): General phone = 3.800–4.000 MHz; Extra extends down to 3.525 for CW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 (7.0–7.3 MHz): General phone = 7.175–7.300 MHz; Extra CW down to 7.025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 (10.1–10.15 MHz): CW and digital only — NO phone. 200W PEP max.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 (14.0–14.35 MHz): General phone = 14.225–14.350 MHz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17m/15m/12m/10m: General gets substantial phone sub-bands on each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G1A — 60-Meter Band Rules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 is a secondary allocation — amateur is secondary to government users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is CHANNELIZED — 5 specific channels only, you cannot pick a random 60m frequency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center frequencies: 5330.5, 5346.5, 5357.0, 5371.5, 5403.5 kHz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set your dial to the channel center frequency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Upper sideband (USB) only for phone — this is the ONE HF band where USB is mandatory regardless of frequency (normally LSB below 10 MHz)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100W PEP ERP maximum (not the 1500W general limit)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 and digital modes are also permitted on 60m — also channelized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channelized? Sharing the band with federal agencies requires fixed coordination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G1B — PRB-1 and Antenna Rules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PRB-1 is a federal preemption rule (47 CFR 97.15)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local governments MUST reasonably accommodate amateur radio antennas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HOAs and municipalities cannot simply ban antennas outright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"Reasonable accommodation" = consideration of aesthetic concerns is allowed, but must not effectively prohibit amateur operation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has been interpreted broadly by courts — General operators can cite PRB-1 when fighting HOA restrictions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Practically: your city can say "paint it to match the house" — they cannot say "no antennas, period"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FCC does NOT pre-approve antenna designs — that's a homeowner association issue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Amateur antenna structures over 200 ft require FAA notification (Part 17)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G1B — Identification Rules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MUST ID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 minutes during a contact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a contact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using a club call as control op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using a phone patch or autopatch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operating a repeater as trustee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822960"/>
            <a:ext cx="0" cy="539496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Do NOT Need to 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contact (you can talk without IDing every transmission)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test transmissions (if no contact is made)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call signs in emergencies (but must still ID every 10 min + end of contact)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Control, VE Program, and Remote Rules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G1C — International Operations: CEPT and IARP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CEPT Permit: allows General and Extra class to operate in member countries without a separate license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CEPT members include most of Europe plus some others — ~45 countries total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class does NOT qualify for CEPT — General is the minimum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IARP (International Amateur Radio Permit): for operation in CITEL member countries (Western Hemisphere)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and above may use IARP; Technician cannot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traffic: US has formal agreements with about 60+ countries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agreement exists: you can still say hi to a foreign ham, but formal third-party messages are prohibited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FCC Form 605: used for license upgrades, renewals, address changes, vanity callsigns — not for CEPT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G1D — The VE Program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 (Volunteer Examiner Coordinator): organization that coordinates exam sessions (ARRL, W5YI, etc.)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(Volunteer Examiner): individual who is accredited by a VEC to administer exams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3 VEs required per exam session — no exceptions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CLASS VE: can only administer Element 2 (Technician exam)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CLASS VE: can administer Elements 2, 3, and 4 (all three written exams)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may NOT examine immediate family members (spouse, parent, child, sibling)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 may receive reimbursement for out-of-pocket expenses only — not a salary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exam administration → VE faces revocation of station license AND suspension of operator license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exam → VE team returns the NCVEC Form 605 paperwork to the applicant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G1E — Remote and Automatically Controlled Stations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control: operator is physically separated from the transmitter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operator is still responsible for the station — same rules as local operation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control: no operator present; station operates autonomously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controlled digital stations CAN relay third-party traffic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controlled stations CANNOT relay phone or image communications (unless specifically authorized)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control link fails: automatically controlled station must cease transmitting within 3 minutes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is the minimum class for remote control over HF (practical, not explicit — control op privileges determine the band)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stations: fixed digital stations that relay communications between amateur stations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Quiz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maximum power limit for amateur stations operating on the 60-meter band?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100 watts PEP output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1500 watts PEP output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200 watts PEP output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303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50 watts PEP output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Quiz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privileges are available to General class control operators but NOT Technician class?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HF phone privileges on 40 and 20 meters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Full 2-meter band privileges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Repeater operation on 70 centimeters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303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Automatic control of digital stations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Quiz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Volunteer Examiner actions is NOT permitted?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Administering an Element 3 exam as a General class 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Reimbursement for expenses incurred preparing the exam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Administering an exam to an unrelated adult member of the public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303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Accreditation by a VEC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Quiz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rule or regulation protects amateur radio operators from local zoning laws that would prohibit antenna installation?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PRB-1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CEPT Agreement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Part 15 of the FCC Rules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303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Amateur Radio Parity Act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Quiz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minimum number of licensed amateurs required to supervise an amateur exam session?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Three Volunteer Examiners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Two Volunteer Examiners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One Volunteer Examiner and one VEC representative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303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One Volunteer Examiner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HamStudy Assignment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these sections before next module: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G1A — HF Frequency Privileges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G1B — Antenna Rules &amp; ID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G1C — International Ops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G1D — VE Program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G1E — Remote/Auto Control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hamstudy.org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 code to join our study group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2026-09-19T05:10:33Z</dcterms:created>
  <dcterms:modified xsi:type="dcterms:W3CDTF">2026-09-19T05:10:33Z</dcterms:modified>
</cp:coreProperties>
</file>