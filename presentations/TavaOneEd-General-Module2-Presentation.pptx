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 covers G2 (Operating Procedures, 5 questions) and G3 (Radio Wave Propagation, 3 questions). Total: 8 of 35 exam questions = 23%. This is where students learn how to actually get on the air and why signals go where they 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hour: G2A (phone/CW procedures), G2B (courtesy and courtesy), G2C (CW procedures), then intro to G2D/G2E (nets and digital).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LSB/USB rule is the most-tested operating convention in G2. LSB below 10, USB above 10. 60m is always USB. Quiz them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Distinction between band plans (voluntary conventions) and FCC allocations (legal requirements) is tested. The FCC only defines your privileges; ARRL and others create band plans to organize usage within those privileges.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 edge operation is tested. In SSB, your carrier frequency is the dial reading, but the sideband extends up (USB) or down (LSB) by up to 3 kHz. So a USB dial of 14.350 would have sideband at 14.353 — outside the 14.350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G2 pool tests specific Q signal meanings. QRL, QRM, QRN, QSB, QSY, QSL, QTH, QRP, QRZ are all high-probability. Students often confuse QRM (man-made) and QRN (natural static).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ARES vs. RACES is a consistently tested G2 topic. The key distinguisher: RACES requires official government activation and registration; ARES is more flexible. Only registered RACES members can operate RACES nets.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PSK31 "dial vs. actual RF" distinction is tested. The dial shows the carrier; actual RF = dial + tone offset. For FT8, the exam tests the 15-second cycle and clock synchronization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G3 covers radio wave propagation: ionospheric layers, MUF/LUF, solar indices, and band-specific propagation. 3 exam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ionospheric layer structure is the foundation of all HF propagation. Key testable facts: D layer absorbs daytime, disappears at night; F layer reflects DX; E layer sporadic. Know which layer does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MUF and LUF are tested concepts in G3. Remember: above MUF = goes to space; below LUF = absorbed. The operating window is between them. Gray line propagation is also tested — the terminator creates conditions where D-layer absorption is minimal.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Band-specific propagation is tested in G3C. The main facts: lower bands = nighttime focus, NVIS for regional; upper bands = solar cycle dependent, need strong F2. NVIS is important for emergency communications on 80m and 40m.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 distinguishes what each index measures. Key: SFI = solar emission quality (higher better); A/K index = geomagnetic disturbance (lower better). A student who knows these indices can actually use them to pick the right band, which is more valuable than the exam question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USB is used above 10 MHz (20m, 17m, 15m, 12m, 10m). LSB is used below 10 MHz (40m, 80m, 160m). 60m is the exception — always USB regardless of the sub-10 MHz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QRL = "Is this frequency in use?" or "This frequency is in use." It's the polite way to check before calling CQ. QRM = man-made interference. QRN = natural static. QRZ = "Who is calling me?"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The F2 layer (200–600 km) reflects HF signals for long-distance DX. The D layer absorbs signals (bad). The E layer creates sporadic propagation. The troposphere handles VHF/UHF ducting, not HF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MUF is the highest frequency that will refract (bend back) off the ionosphere for a specific propagation path. Above the MUF, signals pass through the ionosphere and are lost to space. Operating near the MUF is desirable as higher frequencies = less noise and more efficient propagation.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
ARES = ARRL volunteer, activates independently during disasters. RACES = must be officially activated by civil defense authorities, requires registration with the government civil defense organization. This distinction is consistently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G2 and G3 together are 23% of the exam. The highest-priority facts: LSB/USB convention, QRL/QRM/QRN/QSB/QSL, ARES vs. RACES distinction, ionospheric layers (what each does), MUF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TavaOne Education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License Course · 2023–2027 Pool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&amp; Propagation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License Course · G2 + G3 · 8 Exam Questions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Operating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G2A — SSB Operating: The Basics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 is THE mode for HF phone — AM is rarely used (wastes power and bandwidth)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 (Lower Sideband) below 10 MHz: 80m, 40m use LSB by convention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(Upper Sideband) above 10 MHz: 20m, 17m, 15m, 12m, 10m use USB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60m always uses USB regardless of frequency (channelized operation)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transmitting: listen first! Check if the frequency is in use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"QRL?" = "Is this frequency in use?" — the polite first check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calling CQ: "CQ CQ CQ, this is W4GGJ, Whiskey Four Golf Golf Juliet, CQ and standing by"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station: send your call once or twice — don't monologue at the DX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G2A — Calling Frequencies by Band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 CW calling: 3.585 MHz (approximate — varies by region)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80m/75m SSB calling: 3.940, 3.960, 3.975 MHz (regional nets vary)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 SSB: 7.200, 7.250 MHz (General phone subband starts 7.175)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 SSB calling: 14.225 MHz (also 14.230 SSTV, 14.300 maritime mobile)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15m: 21.300 MHz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SSB: 28.400 MHz; FM calling: 29.600 MHz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band plans (voluntary) not FCC allocations (mandatory)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plans tell you where people actually hang out — FCC only tells you which frequencies you're allowed to use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G2B — Operating Courtesy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a frequency is in use BEFORE calling CQ — listen for a minute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"QRL?" before transmitting; wait 5–10 seconds for a response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transmit on top of an ongoing contact — find another frequency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pileup operation: send your call once, wait and listen; don't repeat over and over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split: DX listens on one frequency, transmits on another — you transmit on the DX's listening frequency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distress (MAYDAY) &gt; emergency traffic &gt; other traffic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plans specify calling frequencies — don't rag-chew on a calling frequency (call CQ, then QSY)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operating near the band edge — dial drift and SSB sidebands extend beyond your carrier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G2C — Q Signals You Need to Know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QSO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QRL — Is this frequency in use? / This frequency is in use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 — Static (natural noise)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QRM — Man-made interference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QSB — Fading (signal varies)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QRZ — Who is calling me?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QSL — I acknowledge / I confirm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QTH — My location is...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QSY — Change to another frequency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0" cy="53949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Operating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QRP — Low power (5W or less)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QRX — Wait / I will call you again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 — Troublesome static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QRO — Increase power (or high power)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QRS — Send more slowly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QRQ — Send faster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— Best regards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— End of contact (end work)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G2D — ARES and RACES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(Amateur Radio Emergency Service): ARRL-affiliated volunteer organization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 provides emergency communications during disasters — not government-controlled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licensed amateur can join ARES — no special FCC registration required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(Radio Amateur Civil Emergency Service): government-affiliated, activated by civil defense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requires FCC registration of the station AND enrollment in the civil defense organization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RACES personnel may operate RACES nets when activated — non-RACES amateurs may not participate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ARES = ARRL volunteer, activate on your own; RACES = government-activated, requires registration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many hams are dual-registered in both organizations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G2E — Digital Modes on HF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RTTY: radioteletype — the oldest digital mode still in use; 170 Hz shift, 45.45 baud; uses AFSK on LSB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PSK31: phase-shift keying at 31 baud; ~80 Hz wide; keyboard-to-keyboard; dial + audio offset = RF frequency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FT8: 15-second transmit/receive cycles; requires clock sync within ±1 second; 50 Hz bandwidth; can decode −20 dB signals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Winlink: email over radio; uses HF gateways; PACTOR or Ardop modems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APRS: Automatic Packet Reporting System; 1200 baud on VHF; 300 baud on HF; digipeaters relay packets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matters: choose a mode whose bandwidth fits within your subband allocation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PSK31 note: your dial frequency is NOT your RF frequency — add the audio tone frequency to find actual RF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FT8: you exchange grid squares and signal reports; full QSO is automated; uses WSJT-X software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Ionosphere and HF Propagation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G3A — The Ionosphere: Your HF Backboard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ionosphere: layers of ionized gas 60–600 km up; ionized by solar UV and X-ray radiation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LAYER (60–90 km): lowest; absorbs signals, especially at LF/MF/low HF; exists only during daylight; disappears at night → why 80m/40m open up after dark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LAYER (90–140 km): supports sporadic-E (Es); unpredictable; can open 10m/6m suddenly; seasonal (summer solstice peak)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LAYER (140–200 km): daytime only; merges with F2 at night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LAYER (200–600 km): the DX layer; reflects signals thousands of miles; higher during solar maximum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F1+F2 merge at night into single F layer → night brings better DX on 40m/20m due to D layer disappearing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maximum: more ionization → F2 layer stronger → higher bands (15m, 10m, 12m) work reliably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minimum: F2 weak → upper bands often dead; 20m and lower still work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G3B — MUF, LUF, and Skip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Skip: radio wave goes up at an angle, reflects off the ionosphere, and lands at a distance — the "skip distance"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zone: the area between your ground wave range and where the skip lands — nobody there hears you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 (Maximum Usable Frequency): highest frequency that will reflect off the ionosphere for a given path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below the MUF — frequencies above it pass through and go to space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 (Lowest Usable Frequency): lowest frequency usable before D-layer absorption kills the signal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working frequency must be between LUF and MUF to get through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MUF decreases (toward night or solar minimum): switch to a lower-frequency band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line: the terminator between day and night; enhanced propagation; D layer is thin → less absorption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G3C — Propagation by Band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HF (160m, 80m, 40m)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160m/80m: mostly nighttime; D layer absorbs during day; reliable regional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40m: workhorse band; nighttime DX, daytime regional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NVIS (Near Vertical Incidence Skywave): 80m/40m; antenna pointing nearly straight up; covers 100–500 miles; used by emergency nets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these bands are worst during peak sunlight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0" cy="539496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HF (20m, 17m, 15m, 12m, 10m)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20m: most reliable DX band; works most of solar cycle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15m/12m: excellent near solar maximum; often closes near minimum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10m: spectacular when open; long dead periods near solar minimum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6m: the "magic band" — sporadic E openings; EME; meteor scatter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these bands need the F2 layer strong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Indices: SFI, A-Index, K-Index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046720" cy="0"/>
          </a:xfrm>
          <a:prstGeom prst="line">
            <a:avLst/>
          </a:prstGeom>
          <a:noFill/>
          <a:ln w="1905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Flux Index (SFI): measures solar radio emission at 10.7cm; higher = better F-layer ionization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 &gt;150: excellent conditions on 10m, 15m, 20m; expect DX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 &lt;80: 10m usually dead; 15m marginal; focus on 20m and lower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A-Index: daily average geomagnetic activity (0=calm, &gt;50=major storm); lower is better for HF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K-Index: 3-hour geomagnetic activity (0–9 scale); lower is better; updated 8 times/day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K-index = geomagnetic storm = poor HF propagation, especially on polar paths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HF conditions: high SFI, low A-index, low K-index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data: DX Maps (dxmaps.com), PSKreporter, solar.tavaoneeducation.org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sideband is commonly used for HF phone operation above 10 MHz?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Upper sideband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Lower sideband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Double sideband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Vestigial sideband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Q signal for "Is this frequency in use?"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QRL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QRM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QRN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QRZ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ionospheric layer is responsible for long-distance HF communication?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F2 layer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 layer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Tropospheric layer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term "Maximum Usable Frequency" (MUF) describe?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highest frequency that will be refracted back to Earth by the ionosphere on a given path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highest frequency the transceiver can generate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maximum frequency permitted by FCC on a given band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frequency at which D-layer absorption is maximum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Quiz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primary difference between ARES and RACES?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RACES is activated by a civil defense organization; ARES is ARRL-affiliated and can activate independently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ARES requires government registration; RACES does not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RACES operates on VHF only; ARES operates on all bands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303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ARES is only for Extra class operators; RACES is for all classes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HamStudy Assignment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these sections before next module: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G2A — Phone &amp; CW Operating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G2B — Operating Courtesy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G2C — CW Procedures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G2D — ARES &amp; RACES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G2E — Digital Modes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G3A — Ionosphere Layers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G3B — MUF/LUF/Skip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G3C — Band Propagation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hamstudy.org · scan to join our study group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2026-09-19T05:12:39Z</dcterms:created>
  <dcterms:modified xsi:type="dcterms:W3CDTF">2026-09-19T05:12:39Z</dcterms:modified>
</cp:coreProperties>
</file>