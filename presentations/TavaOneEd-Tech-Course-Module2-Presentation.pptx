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Module 2 — this is where we stop talking about rules and start talking about actually getting on the air. 8 exam questions from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on the air — listening, calling, repeater offsets, band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operating habit. Drill it: listen, ask, wait, then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a CQ call as a group. Have everyone say it out loud. It feels awkward the first time — that's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600 kHz offset for 2m is the exam answer. 5 MHz for 70cm. Radio handles the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Repeater operation, CTCSS, DMR, Q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will encounter this immediately when they try a real repeater. Make sure they know where to find and set the tone on their radio.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DMR is increasingly common. Students don't need to master it now but should know the vocabulary for the exam: time slots, talk groups, color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one. QRM vs QRN is the exam trap — M for man-made, N for natural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ARES, RACES, nets, and when the rules bend.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ARES vs RACES is a common exam question. Key difference: ARES = volunteer/ARRL, RACES = government/civil defense + requires additional enrollment.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'any frequency' rule is absolute during a genuine emergency. That's the exam answer and it's also true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radio waves work — wavelength, frequency, polarization.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2-3 examples as a group. Have them calculate on their phones. Make sure they can do 300 ÷ freq = wavelength.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Polarization matters practically: FM is usually vertical, HF SSB is usually horizontal. Matching polarization improves your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signals travel beyond line of 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Sky wave is HF magic. Sporadic E is VHF magic. These are the exciting modes — students should know all their names for the exam and understand why they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Controls, setup, and operating your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a radio in the room, demonstrate each control live. Nothing replaces hands-on.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mic technique is the #1 complaint about new operators. Get this right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free points from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time. Show each question, discuss answers as a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± 600 kHz.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146.520 MHz.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300 ÷ 146 ≈ 2 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Sky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Sporadic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ARRL.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HamStudy assignment. Warn them: Module 3 is the math module, but it's simpler than they think.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 anxiety is real. Preempt it: tell them the actual math is simpler than they think, and HamStudy drills the specific calculations.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Operating &amp; Propagation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Repeaters · Propagation · Station Setup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2026–2030 Technician Question Pool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· Pinellas STEM Radio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Station Operation Basics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 T2A · 1 exam question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Transmit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FIRST — always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ask: 'Is this frequency in use?'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a response before transmitting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basic operating courtesy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every single time you go to transmit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Skipping this step = instant bad reputation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 Call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call (CQ): 'CQ CQ CQ, this is [your call], standing by'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a specific station: '[their call], this is [your call], over'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Responding to CQ: '[their call], this is [your call], over'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Ending: '[their call], this is [your call], 73, clear'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= 'best regards' — the universal ham goodbye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end with your call sign (it's your final ID)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Repeater Offsets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repeater listens on one frequency, transmits on another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= the offset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meters: ± 600 kHz (0.6 MHz)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cm: ± 5 MHz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meters: ± 1 MHz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radio applies the offset automatically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need to know + or – for each repeater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VHF/UHF Practices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 T2B · 1 exam question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CTCSS (PL Tones)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Sub-audible tone your radio sends to 'unlock' the repeater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correct tone, the repeater ignores you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repeater publishes its required tone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called PL tone (Motorola trade name)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it in your radio BEFORE you try to talk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exam question: what is CTCSS used for?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DMR Basics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Mobile Radio — digital voice mode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time slots (2 conversations per frequency)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talk groups (virtual channels)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 free DMR ID from radioid.net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code = DMR version of a CTCSS tone — must match repeater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fast — many repeaters now support DMR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Signals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QRM — man-made interference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QRN — natural noise/static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QSY — change frequency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QSL — confirmed/acknowledged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QRZ — who is calling me?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QTH — my location is...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used on both phone and CW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Emergency Comms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 T2C · 1 exam question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vs. RACES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(Amateur Radio Emergency Service)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by ARRL (volunteer)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FCC license required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Activates anytime by Emergency Coordinator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scope — any emergency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active emergency comms organization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RACES (Radio Amateur Civil Emergency Service)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by local/state civil defense (government)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FCC license AND civil defense enrollment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during declared emergencies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restricted scope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overlaps with ARES membership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Communications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genuine emergency: use ANY frequency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FCC rules bend to save lives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explicit in Part 97 — not a gray area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operations: net control directs all traffic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call signs OK during emergencies (still ID every 10 min)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 volunteers are the backbone of ham radio public service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Radio Waves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Subelements T3A &amp; T3B · 2 exam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Wavelength Formula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waves are electromagnetic waves — travel at the speed of light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Wavelength (meters) = 300 ÷ Frequency (MHz)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 MHz → 300 ÷ 146 ≈ 2 meters (the '2-meter band')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 MHz → 300 ÷ 440 ≈ 0.7 m = 70 cm (the '70-cm band')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MHz → 300 ÷ 28 ≈ 10.7 m (the '10-meter band')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ONE formula you absolutely must know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Polarization &amp; Propagation Basics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antenna → vertically polarized wave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antenna → horizontally polarized wave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 = significant signal loss (cross-polarization)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VHF/UHF: mostly line of sight — blocked by terrain and earth's curve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HF: bounces off the ionosphere — can travel worldwide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Multipath: VHF signals reflecting off buildings → flutter/fading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5: Propagation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 T3C · 1 exam question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Modes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of sight — VHF/UHF normal; limited by terrain and earth's curve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wave — follows earth's surface; low HF, AM broadcast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wave (F-layer skip) — HF bounces off ionosphere → worldwide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Sporadic E — surprise VHF skip; 6m, sometimes 2m; 1000+ miles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Tropospheric ducting — weather bends VHF/UHF; extended range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Meteor scatter — brief bounces off meteor trails; 6m, 2m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Auroral — reflects off aurora; distorted signal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6: Station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Subelements T4A &amp; T4B · 2 exam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Station Controls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— audio level (doesn't affect transmitted signal)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Squelch — mutes receiver until signal exceeds threshold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Frequency/VFO — sets your operating frequency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 — sets repeater offset (+ or –)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CTCSS/Tone — sets the sub-audible tone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— adjusts transmit power level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 — push to talk; hold to transmit, release to listen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AGC — automatic gain control; keeps audio levels steady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 Technique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2–3 inches from mouth, slightly to the side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speaking voice — don't shout into the mic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a beat after pressing PTT before speaking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transmissions short — say it, then unkey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'double' — wait for the courtesy tone/tail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more than you talk, especially when you're new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 for the Exam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 offset: ± 600 kHz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70cm offset: ± 5 MHz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 calling: 146.520 MHz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CTCSS: sub-audible tone for repeater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DMR color code: like CTCSS for digital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Emergency: ANY frequency allowed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QRM = man-made, QRN = natural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&amp; Waves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Wavelength = 300 ÷ MHz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VHF/UHF: line of sight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HF: sky wave (ionosphere)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Sporadic E: surprise VHF skip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Cross-polarization = signal loss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Squelch: mutes until signal present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AGC: keeps audio levels steady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questions from T2, T3, T4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common repeater frequency offset in the 2-meter band?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± 500 kHz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± 600 kHz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± 1 MHz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± 5 MHz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purpose of a CTCSS or PL tone?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To boost transmit power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To encrypt voice communications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To reduce interference by activating the repeater only with the correct tone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To identify your station automatically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national simplex calling frequency for FM in the 2-meter band?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144.000 MHz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146.520 MHz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146.940 MHz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148.000 MHz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approximate wavelength of a 146 MHz signal?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1 meter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2 meters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6 meters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10 meters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propagation mode allows HF signals to travel long distances?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Ground wave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Line of sight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Sky wave (ionospheric refraction)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Tropospheric ducting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cause VHF signals to travel over 1,000 miles?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D-layer absorption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Sporadic 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Ground wave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Multipath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organization manages ARES?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FCC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FEMA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ARRL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DHS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squelch control do?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Increases transmit power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Adjusts the antenna tuner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Mutes the receiver until a signal exceeds a set level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Controls modulation percentage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may you use any amateur frequency to call for help?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During a net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When propagation is poor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At any time during a genuine emergency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Only during declared RACES emergencies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DMR color code do?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Changes frequency offset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Encrypts the signal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Functions like a CTCSS tone for digital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Sets the time slot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Session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assignment for Module 3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HamStudy: T2A–T2C, T3A–T3C, T4A–T4B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80%+ confidence on each section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in Module 3: Technical Core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Ohm's Law (V = I × R) and power (P = V × 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Decibels (+3 dB = double power, that's basically it)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Resistors, capacitors, inductors, transistors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Reading schematics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panic — the math is 4 formulas and that's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 next session!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Operating &amp; Propagation</dc:title>
  <dc:subject>PptxGenJS Presentation</dc:subject>
  <dc:creator>TavaOne Education</dc:creator>
  <cp:lastModifiedBy>TavaOne Education</cp:lastModifiedBy>
  <cp:revision>1</cp:revision>
  <dcterms:created xsi:type="dcterms:W3CDTF">2026-09-16T14:29:34Z</dcterms:created>
  <dcterms:modified xsi:type="dcterms:W3CDTF">2026-09-16T14:29:34Z</dcterms:modified>
</cp:coreProperties>
</file>